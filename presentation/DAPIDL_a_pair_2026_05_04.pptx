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4B7A"/>
                </a:solidFill>
                <a:latin typeface="Calibri"/>
              </a:rPr>
              <a:t>DAPIDL — Cell-type prediction from DAPI nuclear staining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2B2B2B"/>
                </a:solidFill>
                <a:latin typeface="Calibri"/>
              </a:rPr>
              <a:t>First clean cross-source numbers + annotation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Lab meeting · 2026-05-04 · A pair (Janesick rep1+rep2 → STHELAR breast s0/s1/s3/s6)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Pseudo-ground-truth sources</a:t>
            </a:r>
          </a:p>
        </p:txBody>
      </p:sp>
      <p:pic>
        <p:nvPicPr>
          <p:cNvPr id="3" name="Picture 2" descr="fig_a0_data_pseudo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9337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Janesick provides expert 17-class GT (gold). STHELAR provides cells_label2 — a multi-method consensus with median per-cell confidence 1.0.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Pipeline overview</a:t>
            </a:r>
          </a:p>
        </p:txBody>
      </p:sp>
      <p:pic>
        <p:nvPicPr>
          <p:cNvPr id="3" name="Picture 2" descr="fig_a6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54094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Both label sources feed 128px DAPI patches into EfficientNetV2-S → COARSE-4 / MEDIUM-12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Granularity × cross-source generalization</a:t>
            </a:r>
          </a:p>
        </p:txBody>
      </p:sp>
      <p:pic>
        <p:nvPicPr>
          <p:cNvPr id="3" name="Picture 2" descr="fig_a1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47853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DAPI predicts COARSE-4 well in-domain (0.753); cross-source domain shift costs ~37 pp. MEDIUM-12 collapses to 0.13-0.19 on STHELAR.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Cross-source matrix — A/B/C/D × per-slide test</a:t>
            </a:r>
          </a:p>
        </p:txBody>
      </p:sp>
      <p:pic>
        <p:nvPicPr>
          <p:cNvPr id="3" name="Picture 2" descr="fig_a7_cross_sour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7496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Pooling heterogeneous training data (D) turns Prime-only's 0.23 → 0.62 transfer on Janesick rep1 — a ~3× improvement at COARSE-4.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Per-class breakdown — what transfers and what doesn't</a:t>
            </a:r>
          </a:p>
        </p:txBody>
      </p:sp>
      <p:pic>
        <p:nvPicPr>
          <p:cNvPr id="3" name="Picture 2" descr="fig_a2_per_cla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6361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Mammary Luminal transfers cleanly (F1 0.65-0.70). Rare types (Adipocyte, Pericyte, Dendritic_Cell) collapse to 0 — class imbalance + inherent difficulty.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Annotation method baseline (validates our labels)</a:t>
            </a:r>
          </a:p>
        </p:txBody>
      </p:sp>
      <p:pic>
        <p:nvPicPr>
          <p:cNvPr id="3" name="Picture 2" descr="fig_a3_an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5539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scType custom_default beats CellTypist + SingleR on every slide. CT+scType consensus is best 2-method (0.538); adding SingleR HURTS the ensemble.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Per-class DAPI vs gene-expression baselines</a:t>
            </a:r>
          </a:p>
        </p:txBody>
      </p:sp>
      <p:pic>
        <p:nvPicPr>
          <p:cNvPr id="3" name="Picture 2" descr="fig_a4_class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4955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DAPI is competitive on the dominant classes (Epithelial, Immune, Stromal). Endothelial is the hardest class for every method — biological signal is too sparse.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4B7A"/>
                </a:solidFill>
                <a:latin typeface="Calibri"/>
              </a:rPr>
              <a:t>Training dynamics — how the model converged</a:t>
            </a:r>
          </a:p>
        </p:txBody>
      </p:sp>
      <p:pic>
        <p:nvPicPr>
          <p:cNvPr id="3" name="Picture 2" descr="fig_a5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5156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▶ Coarse: best ep 12 (val F1 0.753), early-stopped ep 20. Medium: best ep 14 (val F1 0.497), early-stopped ep 22. Both converge cleanly.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4B7A"/>
                </a:solidFill>
                <a:latin typeface="Calibri"/>
              </a:rPr>
              <a:t>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Granularity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COARSE 4-class works (val F1 0.753); MEDIUM 12-class drops sharply (0.497).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Cross-source gap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Janesick → STHELAR drops F1 by ~37 pp at COARSE, ~34 pp at MEDIUM.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Epithelial transfers; rare classes don't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Mammary luminal F1 0.65-0.70 across all slides. Adipocyte/Pericyte →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DAPI is competitive on common compartments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Per-class DAPI ≈ scType on Epi/Imm/Stromal. Endothelial hard for everyone.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BANKSY+scType is the best annotation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Mean F1 0.568 on COARSE-4 (beats scType 0.558). Spatial-aware clustering helps; SingleR still drags ensembles.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Multi-source pooling beats single-source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STHELAR-Prime alone transfers 0.23 to Janesick rep1. Pooling all STHELAR sources lifts this to 0.62 (~3×).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5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Confidence: STHELAR cells_label2 is solid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Median per-cell confidence = 1.000 (q05 0.764). Equivalent to cells_final_label at COARSE.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62939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4B7A"/>
                </a:solidFill>
                <a:latin typeface="Calibri"/>
              </a:rPr>
              <a:t>● What's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995159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    Skin tissue (Coarse F1 0.765, Medium 0.582) ready to fold in. CelloType instance-seg + breast_s1 BANKSY workaround deferred.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